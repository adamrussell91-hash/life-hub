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 Today we look at how a reader brings context to a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author.</a:t>
            </a:r>
          </a:p>
          <a:p>
            <a:r>
              <a:t>Then ask what the reader brings.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Reading for context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Year 11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kinds of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</a:t>
            </a:r>
          </a:p>
          <a:p>
            <a:r>
              <a:t>Reader</a:t>
            </a:r>
          </a:p>
          <a:p>
            <a:r>
              <a:t>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Old draft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Write one sentence in your 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